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63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тема, вариант 5: учёт склада. Это настольное приложение на JavaFX: товары, остатки, приход и списание. Интерфейс сделан в FXML, логика в отдельных контроллерах.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при ручном учёте остатки устаревают и нехватку товара замечают поздно. Цель: единое приложение, где виден весь склад, можно искать, фильтровать и оформлять приход и списание, и где неверный ввод не ломает программу.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таблица требований из задания, справа технологии. Все обязательные требования выполнены. JavaFX даёт компоненты, FXML отделяет внешний вид от кода, Maven подключает библиотеки и запускает приложение.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разделено на три слоя. Вид это FXML и CSS. Контроллеры обрабатывают события и открывают формы. Модель это Product и CsvStorage. Внизу показан путь данных: все товары, фильтр, сортировка и таблица.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Сверху меню и панель кнопок, ниже строка фильтров и таблица. Красным подсвечены товары, у которых остаток не больше минимального. Добавление и редактирование открываются в отдельных модальных окнах.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каждый компонент интерфейса: что он делает и как это устроено. Например, поле поиска слушает изменение текста и при каждом символе вызывает applyFilter, а TableView берёт значения столбцов из свойств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Java-классов и три FXML. MainController это главная логика. Форма и диалог приход/списание независимы от таблицы: они получают объект Product, меняют его и сообщают результат через isSaved и isApplied.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для защиты. Все товары лежат в ObservableList. FilteredList оставляет подходящие по условию поиска, категории и остатку. SortedList подчиняется сортировке по заголовкам. TableView показывает результат. Условие задаётся одним Predicate.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Любой неверный ввод перехватывается. Если в цене буквы, выбрасывается NumberFormatException, мы показываем Alert и не закрываем форму. Списать больше остатка нельзя. На защите покажу пустое название, буквы в цене и списание больше остатка.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приложение работает и закрывает все требования задания. Я могу показать запуск, поиск, фильтры, приход и списание, а также реакцию на ошибочный ввод и объяснить любой обработчик. Спасибо за внимание.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Учёт склада · СРО №1 · Визуальное программирование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9728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blue"/>
          <p:cNvSpPr/>
          <p:nvPr/>
        </p:nvSpPr>
        <p:spPr>
          <a:xfrm>
            <a:off x="6675120" y="228600"/>
            <a:ext cx="1737360" cy="1737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" name="circle yellow"/>
          <p:cNvSpPr/>
          <p:nvPr/>
        </p:nvSpPr>
        <p:spPr>
          <a:xfrm>
            <a:off x="7406640" y="3017520"/>
            <a:ext cx="1371600" cy="13716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АТУ · Визуальное программирование · СРО №1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0972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Inventory Management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Inventory Management: JavaFX, FXML, TableView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Выполнил: </a:t>
            </a:r>
            <a:r>
              <a:rPr lang="en-US" sz="1200" b="1" dirty="0">
                <a:solidFill>
                  <a:schemeClr val="bg1"/>
                </a:solidFill>
              </a:rPr>
              <a:t>Сахи Бакберген</a:t>
            </a:r>
            <a:endParaRPr lang="en-US" sz="1200" b="1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Группа: </a:t>
            </a:r>
            <a:r>
              <a:rPr lang="en-US" sz="1200" b="1" dirty="0">
                <a:solidFill>
                  <a:schemeClr val="bg1"/>
                </a:solidFill>
              </a:rPr>
              <a:t>ИС 24-22</a:t>
            </a:r>
            <a:endParaRPr lang="en-US" sz="1200" b="1" dirty="0"/>
          </a:p>
          <a:p>
            <a:pPr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</a:rPr>
              <a:t>Преподаватель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ru-RU" sz="1200" b="1" dirty="0" err="1">
                <a:solidFill>
                  <a:schemeClr val="bg1"/>
                </a:solidFill>
              </a:rPr>
              <a:t>Рашидинов</a:t>
            </a:r>
            <a:r>
              <a:rPr lang="ru-RU" sz="1200" b="1" dirty="0">
                <a:solidFill>
                  <a:schemeClr val="bg1"/>
                </a:solidFill>
              </a:rPr>
              <a:t> Д.Р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Проблема и цель</a:t>
            </a:r>
            <a:endParaRPr lang="en-US" sz="2400" dirty="0"/>
          </a:p>
        </p:txBody>
      </p:sp>
      <p:sp>
        <p:nvSpPr>
          <p:cNvPr id="3" name="card Проблема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num Проблема"/>
          <p:cNvSpPr/>
          <p:nvPr/>
        </p:nvSpPr>
        <p:spPr>
          <a:xfrm>
            <a:off x="640080" y="1188720"/>
            <a:ext cx="292608" cy="29260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Проблема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Учёт товаров вручную или в разрозненных таблицах даёт ошибки: остатки устаревают, нехватку замечают поздно, поиск нужной позиции занимает время.</a:t>
            </a:r>
            <a:endParaRPr lang="en-US" sz="1300" dirty="0"/>
          </a:p>
        </p:txBody>
      </p:sp>
      <p:sp>
        <p:nvSpPr>
          <p:cNvPr id="8" name="card Цель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num Цель"/>
          <p:cNvSpPr/>
          <p:nvPr/>
        </p:nvSpPr>
        <p:spPr>
          <a:xfrm>
            <a:off x="4846320" y="1188720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188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Цель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Создать приложение «Учёт склада»: каталог товаров, остатки, приход и списание, поиск и фильтры, защита от неверного ввода.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демо-товаров в таблице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окна: главное и два модальных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горячих клавиш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2EB5C26-8810-263A-7B72-7E622AC6E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01" y="4469101"/>
            <a:ext cx="8604799" cy="662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Требования и технологии</a:t>
            </a:r>
            <a:endParaRPr lang="en-US" sz="2400" dirty="0"/>
          </a:p>
        </p:txBody>
      </p:sp>
      <p:sp>
        <p:nvSpPr>
          <p:cNvPr id="3" name="card requirements"/>
          <p:cNvSpPr/>
          <p:nvPr/>
        </p:nvSpPr>
        <p:spPr>
          <a:xfrm>
            <a:off x="457200" y="960120"/>
            <a:ext cx="4114800" cy="3749040"/>
          </a:xfrm>
          <a:prstGeom prst="roundRect">
            <a:avLst>
              <a:gd name="adj" fmla="val 14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Требования СРО: выполнено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FXML + Scene Builder, контроллеры отдельно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BorderPane, VBox, HBox, GridPane и 8 типов Controls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TableView, 12 демо-записей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Добавление, правка, удаление, поиск, фильтры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MenuBar, ToolBar, строка состояния, 7 горячих клавиш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3 окна, навигация, диалоги Alert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Проверка ввода без аварийных завершений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Хранение в CSV</a:t>
            </a:r>
            <a:endParaRPr lang="en-US" sz="1200" dirty="0"/>
          </a:p>
        </p:txBody>
      </p:sp>
      <p:sp>
        <p:nvSpPr>
          <p:cNvPr id="6" name="card tech"/>
          <p:cNvSpPr/>
          <p:nvPr/>
        </p:nvSpPr>
        <p:spPr>
          <a:xfrm>
            <a:off x="4754880" y="960120"/>
            <a:ext cx="3931920" cy="3749040"/>
          </a:xfrm>
          <a:prstGeom prst="roundRect">
            <a:avLst>
              <a:gd name="adj" fmla="val 146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Технологии: что делает каждая</a:t>
            </a:r>
            <a:endParaRPr lang="en-US" sz="1400" dirty="0"/>
          </a:p>
        </p:txBody>
      </p:sp>
      <p:sp>
        <p:nvSpPr>
          <p:cNvPr id="8" name="tech Java 21"/>
          <p:cNvSpPr/>
          <p:nvPr/>
        </p:nvSpPr>
        <p:spPr>
          <a:xfrm>
            <a:off x="4937760" y="15544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Java 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язык и среда выполнения</a:t>
            </a:r>
            <a:endParaRPr lang="en-US" sz="1200" dirty="0"/>
          </a:p>
        </p:txBody>
      </p:sp>
      <p:sp>
        <p:nvSpPr>
          <p:cNvPr id="11" name="tech JavaFX 21"/>
          <p:cNvSpPr/>
          <p:nvPr/>
        </p:nvSpPr>
        <p:spPr>
          <a:xfrm>
            <a:off x="4937760" y="2176272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1579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JavaFX 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контейнеры, таблицы, меню, CSS</a:t>
            </a:r>
            <a:endParaRPr lang="en-US" sz="1200" dirty="0"/>
          </a:p>
        </p:txBody>
      </p:sp>
      <p:sp>
        <p:nvSpPr>
          <p:cNvPr id="14" name="tech FXML + Scene Builder"/>
          <p:cNvSpPr/>
          <p:nvPr/>
        </p:nvSpPr>
        <p:spPr>
          <a:xfrm>
            <a:off x="4937760" y="2798064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779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FXML + Scene Builder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макет окна в XML, визуальный редактор</a:t>
            </a:r>
            <a:endParaRPr lang="en-US" sz="1200" dirty="0"/>
          </a:p>
        </p:txBody>
      </p:sp>
      <p:sp>
        <p:nvSpPr>
          <p:cNvPr id="17" name="tech Maven"/>
          <p:cNvSpPr/>
          <p:nvPr/>
        </p:nvSpPr>
        <p:spPr>
          <a:xfrm>
            <a:off x="4937760" y="3419856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401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Maven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сборка, запуск командой javafx:run</a:t>
            </a:r>
            <a:endParaRPr lang="en-US" sz="1200" dirty="0"/>
          </a:p>
        </p:txBody>
      </p:sp>
      <p:sp>
        <p:nvSpPr>
          <p:cNvPr id="20" name="tech GitHub"/>
          <p:cNvSpPr/>
          <p:nvPr/>
        </p:nvSpPr>
        <p:spPr>
          <a:xfrm>
            <a:off x="4937760" y="4041648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GitHub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хранение кода и истории</a:t>
            </a:r>
            <a:endParaRPr lang="en-US" sz="12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AE7917D-8784-D5C7-2738-5473CD1B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47" y="4800600"/>
            <a:ext cx="2878076" cy="240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Архитектура</a:t>
            </a:r>
            <a:endParaRPr lang="en-US" sz="2400" dirty="0"/>
          </a:p>
        </p:txBody>
      </p:sp>
      <p:pic>
        <p:nvPicPr>
          <p:cNvPr id="3" name="Image 0" descr="Слои приложения: FXML, контроллеры, модель и CS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120640" cy="2715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03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Путь данных в таблицу</a:t>
            </a:r>
            <a:endParaRPr lang="en-US" sz="1100" dirty="0"/>
          </a:p>
        </p:txBody>
      </p:sp>
      <p:pic>
        <p:nvPicPr>
          <p:cNvPr id="5" name="Image 1" descr="ObservableList, FilteredList, SortedList, Tabl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13632"/>
            <a:ext cx="4846320" cy="914400"/>
          </a:xfrm>
          <a:prstGeom prst="rect">
            <a:avLst/>
          </a:prstGeom>
        </p:spPr>
      </p:pic>
      <p:sp>
        <p:nvSpPr>
          <p:cNvPr id="6" name="arch Вид: FXML и CSS"/>
          <p:cNvSpPr/>
          <p:nvPr/>
        </p:nvSpPr>
        <p:spPr>
          <a:xfrm>
            <a:off x="5852160" y="10972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5216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078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Вид: FXML и 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расположение и цвета; связь с кодом через fx:id и onAction</a:t>
            </a:r>
            <a:endParaRPr lang="en-US" sz="1200" dirty="0"/>
          </a:p>
        </p:txBody>
      </p:sp>
      <p:sp>
        <p:nvSpPr>
          <p:cNvPr id="9" name="arch Контроллер"/>
          <p:cNvSpPr/>
          <p:nvPr/>
        </p:nvSpPr>
        <p:spPr>
          <a:xfrm>
            <a:off x="5852160" y="22402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5216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221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Контроллер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реагирует на события и открывает окна через showAndWait()</a:t>
            </a:r>
            <a:endParaRPr lang="en-US" sz="1200" dirty="0"/>
          </a:p>
        </p:txBody>
      </p:sp>
      <p:sp>
        <p:nvSpPr>
          <p:cNvPr id="12" name="arch Модель"/>
          <p:cNvSpPr/>
          <p:nvPr/>
        </p:nvSpPr>
        <p:spPr>
          <a:xfrm>
            <a:off x="5852160" y="33832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33649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Модель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Product с Property; CsvStorage читает и пишет inventory.csv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Интерфейс</a:t>
            </a:r>
            <a:endParaRPr lang="en-US" sz="2400" dirty="0"/>
          </a:p>
        </p:txBody>
      </p:sp>
      <p:pic>
        <p:nvPicPr>
          <p:cNvPr id="3" name="Image 0" descr="Меню, шапка и панель инструменто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760720" cy="585216"/>
          </a:xfrm>
          <a:prstGeom prst="rect">
            <a:avLst/>
          </a:prstGeom>
        </p:spPr>
      </p:pic>
      <p:pic>
        <p:nvPicPr>
          <p:cNvPr id="4" name="Image 1" descr="Фильтры и таблица товаро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18488"/>
            <a:ext cx="5760720" cy="2551176"/>
          </a:xfrm>
          <a:prstGeom prst="rect">
            <a:avLst/>
          </a:prstGeom>
        </p:spPr>
      </p:pic>
      <p:sp>
        <p:nvSpPr>
          <p:cNvPr id="5" name="ui Меню и кнопки"/>
          <p:cNvSpPr/>
          <p:nvPr/>
        </p:nvSpPr>
        <p:spPr>
          <a:xfrm>
            <a:off x="6400800" y="105156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12280" y="10332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Меню и кнопки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команды и горячие клавиши, цветные кнопки действий</a:t>
            </a:r>
            <a:endParaRPr lang="en-US" sz="1200" dirty="0"/>
          </a:p>
        </p:txBody>
      </p:sp>
      <p:sp>
        <p:nvSpPr>
          <p:cNvPr id="8" name="ui Фильтры"/>
          <p:cNvSpPr/>
          <p:nvPr/>
        </p:nvSpPr>
        <p:spPr>
          <a:xfrm>
            <a:off x="6400800" y="210312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12280" y="20848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Фильтры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поиск, категория, «только низкий остаток»</a:t>
            </a:r>
            <a:endParaRPr lang="en-US" sz="1200" dirty="0"/>
          </a:p>
        </p:txBody>
      </p:sp>
      <p:sp>
        <p:nvSpPr>
          <p:cNvPr id="11" name="ui Таблица"/>
          <p:cNvSpPr/>
          <p:nvPr/>
        </p:nvSpPr>
        <p:spPr>
          <a:xfrm>
            <a:off x="6400800" y="31546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31363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Таблица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сортировка по заголовку, красные строки при малом остатке, двойной клик для правки</a:t>
            </a:r>
            <a:endParaRPr lang="en-US" sz="1200" dirty="0"/>
          </a:p>
        </p:txBody>
      </p:sp>
      <p:sp>
        <p:nvSpPr>
          <p:cNvPr id="14" name="forms note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Формы: Ctrl+N — добавить товар · Ctrl+I / Ctrl+W — приход и списание (модальные окна)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78665A5-0E44-48A9-C435-E54BEA8DF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800600"/>
            <a:ext cx="8229600" cy="308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Компоненты: что и как делает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703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работает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Команды «Файл, Правка, Склад»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MenuItem: onAction и accelerator для Ctrl+N, E, I, W,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ToolBar, 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Быстрые действия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onAction вызывает onAdd, onEdit, onDelete, onReceipt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 «Поиск»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Ищет по названию и поставщику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Слушатель textProperty вызывает applyFilter()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ComboBox, CheckBox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 и «низкий остаток»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Меняют условие Predicate в FilteredList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Показывает и сортирует товары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cellValueFactory связывает столбец со свойством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Красит строки с малым остатком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rowFactory добавляет CSS-класс low-stock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Статус-бар и карточки итогов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setText() после действий; updateStats() считает итоги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Ошибки и подтверждение удаления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showAndWait(): окно ждёт ответа пользователя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Классы: что делает каждый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 / файл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Ключевые методы и события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Запускает приложение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start(): загружает main.fxml и style.css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товара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JavaFX Property; isLowStock()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Хранит данные в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load(), save(); битые строки пропускает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Логика главного окна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initialize(), applyFilter(), updateStats(), onAdd/onEdit/onDelete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ProductFormController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 добавления и правки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setup(), onSave() с проверкой, isSaved()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StockDialogController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Приход и списание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onApply(): нельзя списать больше остатка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*.fxml, style.css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 вид окон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fx:id, onAction; цвета и стили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sult flow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43434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Форма не знает о таблице: она меняет переданный Product, а главное окно читает isSaved() после showAndWait().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9F67E7-6A97-9F4C-CC0C-DD0F1120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9452"/>
            <a:ext cx="845820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Поиск, фильтры и сортировка</a:t>
            </a:r>
            <a:endParaRPr lang="en-US" sz="2400" dirty="0"/>
          </a:p>
        </p:txBody>
      </p:sp>
      <p:pic>
        <p:nvPicPr>
          <p:cNvPr id="3" name="Image 0" descr="ObservableList, FilteredList, SortedList, Tabl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1554480"/>
          </a:xfrm>
          <a:prstGeom prst="rect">
            <a:avLst/>
          </a:prstGeom>
        </p:spPr>
      </p:pic>
      <p:sp>
        <p:nvSpPr>
          <p:cNvPr id="4" name="step Слушатели"/>
          <p:cNvSpPr/>
          <p:nvPr/>
        </p:nvSpPr>
        <p:spPr>
          <a:xfrm>
            <a:off x="457200" y="26974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679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Слушатели: </a:t>
            </a:r>
            <a:r>
              <a:rPr lang="en-US" sz="1150" dirty="0">
                <a:solidFill>
                  <a:schemeClr val="tx1"/>
                </a:solidFill>
              </a:rPr>
              <a:t>textProperty, valueProperty и selectedProperty вызывают applyFilter()</a:t>
            </a:r>
            <a:endParaRPr lang="en-US" sz="1150" dirty="0"/>
          </a:p>
        </p:txBody>
      </p:sp>
      <p:sp>
        <p:nvSpPr>
          <p:cNvPr id="7" name="step Predicate"/>
          <p:cNvSpPr/>
          <p:nvPr/>
        </p:nvSpPr>
        <p:spPr>
          <a:xfrm>
            <a:off x="457200" y="33832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649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Predicate: </a:t>
            </a:r>
            <a:r>
              <a:rPr lang="en-US" sz="1150" dirty="0">
                <a:solidFill>
                  <a:schemeClr val="tx1"/>
                </a:solidFill>
              </a:rPr>
              <a:t>FilteredList пересчитывает видимые строки, исходный список не меняется</a:t>
            </a:r>
            <a:endParaRPr lang="en-US" sz="1150" dirty="0"/>
          </a:p>
        </p:txBody>
      </p:sp>
      <p:sp>
        <p:nvSpPr>
          <p:cNvPr id="10" name="step Property"/>
          <p:cNvSpPr/>
          <p:nvPr/>
        </p:nvSpPr>
        <p:spPr>
          <a:xfrm>
            <a:off x="457200" y="406908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050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Property: </a:t>
            </a:r>
            <a:r>
              <a:rPr lang="en-US" sz="1150" dirty="0">
                <a:solidFill>
                  <a:schemeClr val="tx1"/>
                </a:solidFill>
              </a:rPr>
              <a:t>TableView следит за свойствами: новый остаток сразу виден в строке</a:t>
            </a:r>
            <a:endParaRPr lang="en-US" sz="1150" dirty="0"/>
          </a:p>
        </p:txBody>
      </p:sp>
      <p:sp>
        <p:nvSpPr>
          <p:cNvPr id="13" name="code card"/>
          <p:cNvSpPr/>
          <p:nvPr/>
        </p:nvSpPr>
        <p:spPr>
          <a:xfrm>
            <a:off x="4434840" y="2606040"/>
            <a:ext cx="425196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7432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filtered.setPredicate(p -&gt;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(p.getName().toLowerCase().contains(text)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|| p.getSupplier().toLowerCase().contains(text))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&amp;&amp; (cat == null || ALL.equals(cat)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cat.equals(p.getCategory()))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&amp;&amp; (!onlyLow || p.isLowStock()));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1F9355C-029E-89BF-79FB-8B9EA0148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01" y="4846320"/>
            <a:ext cx="822960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Проверка ввода и тестирование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6883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Неверный ввод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Реакция приложения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Пустое название или категория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«Введите название товара», форма остаётся открытой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Буквы в цене, остатке, минимуме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с подсказкой формата, фокус на неверном поле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Отрицательные значения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«не могут быть отрицательными»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Списание больше остатка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с текущим остатком, операция отменяется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 без выбранной строки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Предупреждение «Сначала выберите товар»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Повреждённая строка в 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пропускается, программа продолжает работу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banner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banner accent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try/catch: </a:t>
            </a:r>
            <a:r>
              <a:rPr lang="en-US" sz="1200" dirty="0">
                <a:solidFill>
                  <a:schemeClr val="tx1"/>
                </a:solidFill>
              </a:rPr>
              <a:t>NumberFormatException превращается в Alert, форма не закрывается, программа не падает. Тест-план из 12 сценариев приведён в отчёте.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9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34D7FB-3871-4260-AF15-DD5339EFD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46320"/>
            <a:ext cx="8124092" cy="262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Вывод</a:t>
            </a:r>
            <a:endParaRPr lang="en-US" sz="2800" dirty="0"/>
          </a:p>
        </p:txBody>
      </p:sp>
      <p:sp>
        <p:nvSpPr>
          <p:cNvPr id="3" name="concl 1"/>
          <p:cNvSpPr/>
          <p:nvPr/>
        </p:nvSpPr>
        <p:spPr>
          <a:xfrm>
            <a:off x="548640" y="114300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Создано работающее приложение «Учёт склада»: 12 товаров, добавление, правка, удаление, поиск, фильтры, приход и списание.</a:t>
            </a:r>
            <a:endParaRPr lang="en-US" sz="1500" dirty="0"/>
          </a:p>
        </p:txBody>
      </p:sp>
      <p:sp>
        <p:nvSpPr>
          <p:cNvPr id="6" name="concl 2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116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Применены FXML и отдельные контроллеры, цепочка FilteredList, SortedList, TableView, Property и модальные окна.</a:t>
            </a:r>
            <a:endParaRPr lang="en-US" sz="1500" dirty="0"/>
          </a:p>
        </p:txBody>
      </p:sp>
      <p:sp>
        <p:nvSpPr>
          <p:cNvPr id="9" name="concl 3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Ввод проверяется без аварийных завершений, данные сохраняются в CSV, работают 7 горячих клавиш.</a:t>
            </a:r>
            <a:endParaRPr lang="en-US" sz="1500" dirty="0"/>
          </a:p>
        </p:txBody>
      </p:sp>
      <p:sp>
        <p:nvSpPr>
          <p:cNvPr id="12" name="github banner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GitHub: </a:t>
            </a:r>
            <a:r>
              <a:rPr lang="en-US" sz="1400" dirty="0">
                <a:solidFill>
                  <a:schemeClr val="bg1"/>
                </a:solidFill>
              </a:rPr>
              <a:t>github.com/&lt;логин&gt;/&lt;репозиторий&gt;      Спасибо за внимание!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O Sklad">
  <a:themeElements>
    <a:clrScheme name="SRO Sklad">
      <a:dk1>
        <a:srgbClr val="1E2A3A"/>
      </a:dk1>
      <a:lt1>
        <a:srgbClr val="FFFFFF"/>
      </a:lt1>
      <a:dk2>
        <a:srgbClr val="14336B"/>
      </a:dk2>
      <a:lt2>
        <a:srgbClr val="EAF0FA"/>
      </a:lt2>
      <a:accent1>
        <a:srgbClr val="1F4E9E"/>
      </a:accent1>
      <a:accent2>
        <a:srgbClr val="F2C200"/>
      </a:accent2>
      <a:accent3>
        <a:srgbClr val="C0392B"/>
      </a:accent3>
      <a:accent4>
        <a:srgbClr val="1E8449"/>
      </a:accent4>
      <a:accent5>
        <a:srgbClr val="5A6270"/>
      </a:accent5>
      <a:accent6>
        <a:srgbClr val="CADCFC"/>
      </a:accent6>
      <a:hlink>
        <a:srgbClr val="1F4E9E"/>
      </a:hlink>
      <a:folHlink>
        <a:srgbClr val="5A6270"/>
      </a:folHlink>
    </a:clrScheme>
    <a:fontScheme name="SRO Skl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1234</Words>
  <Application>Microsoft Office PowerPoint</Application>
  <PresentationFormat>Экран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SRO Sklad</vt:lpstr>
      <vt:lpstr>Inventory Management</vt:lpstr>
      <vt:lpstr>Проблема и цель</vt:lpstr>
      <vt:lpstr>Требования и технологии</vt:lpstr>
      <vt:lpstr>Архитектура</vt:lpstr>
      <vt:lpstr>Интерфейс</vt:lpstr>
      <vt:lpstr>Компоненты: что и как делает</vt:lpstr>
      <vt:lpstr>Классы: что делает каждый</vt:lpstr>
      <vt:lpstr>Поиск, фильтры и сортировка</vt:lpstr>
      <vt:lpstr>Проверка ввода и тестирование</vt:lpstr>
      <vt:lpstr>Вывод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СРО №1. Учёт склада (JavaFX)</dc:title>
  <dc:subject>PptxGenJS Presentation</dc:subject>
  <dc:creator>Сахи Бакберген</dc:creator>
  <cp:lastModifiedBy>Бакберген Сахи</cp:lastModifiedBy>
  <cp:revision>2</cp:revision>
  <dcterms:created xsi:type="dcterms:W3CDTF">2026-10-20T06:50:17Z</dcterms:created>
  <dcterms:modified xsi:type="dcterms:W3CDTF">2026-10-20T07:00:57Z</dcterms:modified>
</cp:coreProperties>
</file>